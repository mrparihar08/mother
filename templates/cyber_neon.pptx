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Cyberpunk Neon 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502920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