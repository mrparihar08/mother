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90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109728" cy="365760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43F5E"/>
                </a:solidFill>
              </a:defRPr>
            </a:pPr>
            <a:r>
              <a:t>MOTHER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828800"/>
            <a:ext cx="100584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Cyberpunk Neon Tech 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65760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06B6D4"/>
                </a:solidFill>
              </a:defRPr>
            </a:pPr>
            <a:r>
              <a:t>Predefined Slide Master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320040"/>
            <a:ext cx="8686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Slide Header Title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8181B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