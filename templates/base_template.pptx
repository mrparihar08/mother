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3657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Default Slate Teal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28416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5696" y="1371600"/>
            <a:ext cx="3328416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645920"/>
            <a:ext cx="9448495" cy="4114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103120"/>
            <a:ext cx="1371600" cy="13716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39535" y="1280160"/>
            <a:ext cx="51206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