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09728" cy="36576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315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9488"/>
                </a:solidFill>
              </a:defRPr>
            </a:pPr>
            <a:r>
              <a:t>MOTHER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1F5F9"/>
                </a:solidFill>
              </a:defRPr>
            </a:pPr>
            <a:r>
              <a:t>Presentation Title Master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657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0D9488"/>
                </a:solidFill>
              </a:defRPr>
            </a:pPr>
            <a:r>
              <a:t>Subtitle or Key Takeaway 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Generated by MOTHER AI Presentation System •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0" y="3200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D9488"/>
                </a:solidFill>
              </a:defRPr>
            </a:pPr>
            <a:r>
              <a:t>MOTHER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Slide Header Title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MOTHER Presentation Engine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Two Column Comparison Title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521208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48095" y="1188720"/>
            <a:ext cx="521208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