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/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109728" cy="36576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10058400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F172A"/>
                </a:solidFill>
              </a:defRPr>
            </a:pPr>
            <a:r>
              <a:t>Default Slate Teal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188720"/>
            <a:ext cx="10728655" cy="50292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