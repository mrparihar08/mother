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109728" cy="36576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100584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F172A"/>
                </a:solidFill>
              </a:defRPr>
            </a:pPr>
            <a:r>
              <a:t>Default Slate Teal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10728655" cy="50292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328416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425696" y="1371600"/>
            <a:ext cx="3328416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19872" y="1371600"/>
            <a:ext cx="3328416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371600" y="1645920"/>
            <a:ext cx="9448495" cy="411480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28800" y="2103120"/>
            <a:ext cx="1371600" cy="13716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/>
        </p:txBody>
      </p:sp>
      <p:sp>
        <p:nvSpPr>
          <p:cNvPr id="7" name="Rectangle 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280160"/>
            <a:ext cx="5120640" cy="49377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339535" y="1280160"/>
            <a:ext cx="5120640" cy="49377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