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MOTHER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DF4"/>
                </a:solidFill>
              </a:defRPr>
            </a:pPr>
            <a:r>
              <a:t>Emerald Eco &amp; Sustainability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4D399"/>
                </a:solidFill>
              </a:defRPr>
            </a:pPr>
            <a:r>
              <a:t>Predefined Slide Master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Header Title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