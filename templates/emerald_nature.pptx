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9728" cy="3657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Emerald Eco &amp; Sustainability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2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5029200"/>
          </a:xfrm>
          <a:prstGeom prst="roundRect">
            <a:avLst/>
          </a:prstGeom>
          <a:solidFill>
            <a:srgbClr val="064E3B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