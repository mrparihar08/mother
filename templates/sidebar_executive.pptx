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MOTHER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Sidebar Executive Slate 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D9488"/>
                </a:solidFill>
              </a:defRPr>
            </a:pPr>
            <a:r>
              <a:t>Predefined Slide Master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Header Title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