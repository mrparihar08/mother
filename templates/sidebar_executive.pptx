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8686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Executive Sidebar 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MOTHER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188720"/>
            <a:ext cx="89611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