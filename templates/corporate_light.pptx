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9728" cy="3657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</a:defRPr>
            </a:pPr>
            <a:r>
              <a:t>Corporate Light Blue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5029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