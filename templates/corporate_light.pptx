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365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MOTHER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Corporate Light Blue 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284C7"/>
                </a:solidFill>
              </a:defRPr>
            </a:pPr>
            <a:r>
              <a:t>Predefined Slide Master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Slide Header Title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