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9728" cy="3657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Executive Gold Luxury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28655" cy="5029200"/>
          </a:xfrm>
          <a:prstGeom prst="roundRect">
            <a:avLst/>
          </a:prstGeom>
          <a:solidFill>
            <a:srgbClr val="2C2420"/>
          </a:solidFill>
          <a:ln w="19050">
            <a:solidFill>
              <a:srgbClr val="7835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