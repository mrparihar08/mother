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AI Content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0350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rPr>
                <a:solidFill>
                  <a:srgbClr val="FFFFFF"/>
                </a:solidFill>
              </a:rPr>
              <a:t>Visual: AI Content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6592"/>
            <a:ext cx="6035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rPr>
                <a:solidFill>
                  <a:srgbClr val="FFFFFF"/>
                </a:solidFill>
              </a:rPr>
              <a:t>AI Content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