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Artificial Intelligence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Practical use cases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Key context and strategic overview regarding introduction.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How why it matters relates to the presentation topic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Important context and practical considerations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A concise takeaway for the audience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