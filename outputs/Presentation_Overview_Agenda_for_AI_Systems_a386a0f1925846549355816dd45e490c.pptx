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Presentation Overview &amp; Agenda for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Executive Analysis &amp; Strategic Overview of Presentation Overview &amp; Agenda for AI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Presentation Overview &amp; Agenda 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 to Presentation Overview &amp; Agenda for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Presentation Overview &amp; Agenda for AI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