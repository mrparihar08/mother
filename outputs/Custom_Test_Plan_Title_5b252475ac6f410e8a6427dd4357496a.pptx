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Custom 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084FC"/>
                </a:solidFill>
              </a:defRPr>
            </a:pPr>
            <a: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C084FC"/>
                </a:solidFill>
              </a:rPr>
              <a:t>Custom Bullets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