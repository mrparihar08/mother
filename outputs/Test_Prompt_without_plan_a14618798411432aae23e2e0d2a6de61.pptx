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84FC"/>
                </a:solidFill>
              </a:defRPr>
            </a:pPr>
            <a:r>
              <a:t>SLIDE 1 OF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59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Test Prompt without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19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</a:rPr>
              <a:t>Generated from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19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C084FC"/>
                </a:solidFill>
              </a:defRPr>
            </a:pPr>
            <a:r>
              <a:t>Generated from prompt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84FC"/>
                </a:solidFill>
              </a:defRPr>
            </a:pPr>
            <a:r>
              <a:t>SLIDE 2 OF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59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Key Points</a:t>
            </a:r>
          </a:p>
        </p:txBody>
      </p:sp>
      <p:pic>
        <p:nvPicPr>
          <p:cNvPr id="4" name="Picture 3" descr="download_4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120640" cy="4343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76072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rPr>
                <a:solidFill>
                  <a:srgbClr val="FFFFFF"/>
                </a:solidFill>
              </a:rPr>
              <a:t>Key Points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84FC"/>
                </a:solidFill>
              </a:defRPr>
            </a:pPr>
            <a:r>
              <a:t>SLIDE 3 OF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59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Introduction</a:t>
            </a:r>
          </a:p>
        </p:txBody>
      </p:sp>
      <p:pic>
        <p:nvPicPr>
          <p:cNvPr id="4" name="Picture 3" descr="download_4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371600"/>
            <a:ext cx="5303520" cy="4343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126480" y="576072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rPr>
                <a:solidFill>
                  <a:srgbClr val="FFFFFF"/>
                </a:solidFill>
              </a:rPr>
              <a:t>Introduction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