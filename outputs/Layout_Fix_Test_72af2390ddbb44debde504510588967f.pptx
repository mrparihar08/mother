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3" d="100"/>
          <a:sy n="73" d="100"/>
        </p:scale>
        <p:origin x="1042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adeep parihar" userId="a6c7fbde6d476a05" providerId="LiveId" clId="{87780EF3-7C34-4145-AAB0-BB42246E9B72}"/>
    <pc:docChg chg="modSld">
      <pc:chgData name="pradeep parihar" userId="a6c7fbde6d476a05" providerId="LiveId" clId="{87780EF3-7C34-4145-AAB0-BB42246E9B72}" dt="2026-08-28T07:32:34.486" v="0" actId="1076"/>
      <pc:docMkLst>
        <pc:docMk/>
      </pc:docMkLst>
      <pc:sldChg chg="modSp mod">
        <pc:chgData name="pradeep parihar" userId="a6c7fbde6d476a05" providerId="LiveId" clId="{87780EF3-7C34-4145-AAB0-BB42246E9B72}" dt="2026-08-28T07:32:34.486" v="0" actId="1076"/>
        <pc:sldMkLst>
          <pc:docMk/>
          <pc:sldMk cId="0" sldId="256"/>
        </pc:sldMkLst>
        <pc:spChg chg="mod">
          <ac:chgData name="pradeep parihar" userId="a6c7fbde6d476a05" providerId="LiveId" clId="{87780EF3-7C34-4145-AAB0-BB42246E9B72}" dt="2026-08-28T07:32:34.486" v="0" actId="1076"/>
          <ac:spMkLst>
            <pc:docMk/>
            <pc:sldMk cId="0" sldId="256"/>
            <ac:spMk id="3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Usage</c:v>
                </c:pt>
              </c:strCache>
            </c:strRef>
          </c:tx>
          <c:invertIfNegative val="1"/>
          <c:cat>
            <c:strRef>
              <c:f>Sheet1!$A$2:$A$3</c:f>
              <c:strCache>
                <c:ptCount val="2"/>
                <c:pt idx="0">
                  <c:v>Key-Value Store</c:v>
                </c:pt>
                <c:pt idx="1">
                  <c:v>Graph Engine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</c:v>
                </c:pt>
                <c:pt idx="1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0C8-4122-8A8D-4C7CFCDBDB7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FFFFFF"/>
                </a:solidFill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FFFFFF"/>
                </a:solidFill>
              </a:defRPr>
            </a:pPr>
            <a:endParaRPr lang="en-US"/>
          </a:p>
        </c:txPr>
        <c:crossAx val="-2068027336"/>
        <c:crosses val="autoZero"/>
        <c:crossBetween val="between"/>
      </c:valAx>
    </c:plotArea>
    <c:legend>
      <c:legendPos val="r"/>
      <c:overlay val="1"/>
      <c:txPr>
        <a:bodyPr/>
        <a:lstStyle/>
        <a:p>
          <a:pPr>
            <a:defRPr sz="1000">
              <a:solidFill>
                <a:srgbClr val="FFFFFF"/>
              </a:solidFill>
            </a:defRPr>
          </a:pPr>
          <a:endParaRPr lang="en-US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F172A"/>
            </a:gs>
            <a:gs pos="100000">
              <a:srgbClr val="31104B"/>
            </a:gs>
          </a:gsLst>
          <a:lin ang="135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1828800"/>
            <a:ext cx="1109441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System Architecture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8337" y="2674619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C084FC"/>
                </a:solidFill>
              </a:defRPr>
            </a:pPr>
            <a:r>
              <a:rPr dirty="0"/>
              <a:t>🏛️ SYSTEM ARCHITECTURE STACK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463040" y="3063239"/>
            <a:ext cx="9265615" cy="365759"/>
          </a:xfrm>
          <a:prstGeom prst="roundRect">
            <a:avLst/>
          </a:prstGeom>
          <a:solidFill>
            <a:srgbClr val="C084F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0F172A"/>
                </a:solidFill>
              </a:rPr>
              <a:t>Layer 1: Input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463040" y="3502151"/>
            <a:ext cx="9265615" cy="365759"/>
          </a:xfrm>
          <a:prstGeom prst="roundRect">
            <a:avLst/>
          </a:prstGeom>
          <a:solidFill>
            <a:srgbClr val="C084F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0F172A"/>
                </a:solidFill>
              </a:rPr>
              <a:t>Layer 2: Process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63040" y="3941063"/>
            <a:ext cx="9265615" cy="365759"/>
          </a:xfrm>
          <a:prstGeom prst="roundRect">
            <a:avLst/>
          </a:prstGeom>
          <a:solidFill>
            <a:srgbClr val="C084F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0F172A"/>
                </a:solidFill>
              </a:rPr>
              <a:t>Layer 3: Output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330952"/>
            <a:ext cx="11094415" cy="768096"/>
          </a:xfrm>
          <a:prstGeom prst="rect">
            <a:avLst/>
          </a:prstGeom>
          <a:noFill/>
        </p:spPr>
        <p:txBody>
          <a:bodyPr wrap="square" lIns="36576" tIns="18288" rIns="36576" bIns="18288">
            <a:noAutofit/>
          </a:bodyPr>
          <a:lstStyle/>
          <a:p>
            <a:pPr algn="l">
              <a:spcAft>
                <a:spcPts val="200"/>
              </a:spcAft>
            </a:pPr>
            <a:r>
              <a:rPr sz="1600" b="0">
                <a:solidFill>
                  <a:srgbClr val="FFFFFF"/>
                </a:solidFill>
              </a:rPr>
              <a:t>•  Query Optimizer evaluates SQL statements.</a:t>
            </a:r>
          </a:p>
          <a:p>
            <a:pPr algn="l">
              <a:spcAft>
                <a:spcPts val="200"/>
              </a:spcAft>
            </a:pPr>
            <a:r>
              <a:rPr sz="1600" b="0">
                <a:solidFill>
                  <a:srgbClr val="FFFFFF"/>
                </a:solidFill>
              </a:rPr>
              <a:t>•  Storage Engine manages physical data retrieval.</a:t>
            </a:r>
          </a:p>
          <a:p>
            <a:pPr algn="l">
              <a:spcAft>
                <a:spcPts val="200"/>
              </a:spcAft>
            </a:pPr>
            <a:r>
              <a:rPr sz="1600" b="0">
                <a:solidFill>
                  <a:srgbClr val="FFFFFF"/>
                </a:solidFill>
              </a:rPr>
              <a:t>•  ACID properties guarantee transaction safety.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F172A"/>
            </a:gs>
            <a:gs pos="100000">
              <a:srgbClr val="31104B"/>
            </a:gs>
          </a:gsLst>
          <a:lin ang="135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905695" y="64008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C084FC"/>
                </a:solidFill>
              </a:defRPr>
            </a:pPr>
            <a:r>
              <a:t>SLIDE 2 OF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Enterprise Database Technology Adoption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066647" y="914400"/>
          <a:ext cx="1005840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49</Words>
  <Application>Microsoft Office PowerPoint</Application>
  <PresentationFormat>Widescreen</PresentationFormat>
  <Paragraphs>10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pradeep parihar</cp:lastModifiedBy>
  <cp:revision>1</cp:revision>
  <dcterms:created xsi:type="dcterms:W3CDTF">2013-01-27T09:14:16Z</dcterms:created>
  <dcterms:modified xsi:type="dcterms:W3CDTF">2026-08-28T07:32:43Z</dcterms:modified>
  <cp:category/>
</cp:coreProperties>
</file>