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ustom Titl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Subtitle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ustom Bullets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