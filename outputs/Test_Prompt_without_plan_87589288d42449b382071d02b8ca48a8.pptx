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sz="2800" b="1">
                <a:solidFill>
                  <a:srgbClr val="111827"/>
                </a:solidFill>
              </a:rPr>
              <a:t>Test Prompt without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804672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0">
                <a:solidFill>
                  <a:srgbClr val="1F2937"/>
                </a:solidFill>
              </a:rPr>
              <a:t>Generated from prompt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sz="2400" b="1">
                <a:solidFill>
                  <a:srgbClr val="111827"/>
                </a:solidFill>
              </a:rPr>
              <a:t>Key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36576" rIns="36576" tIns="18288" bIns="18288">
            <a:normAutofit/>
          </a:bodyPr>
          <a:lstStyle/>
          <a:p>
            <a:pPr/>
            <a:r>
              <a:rPr sz="1800" b="0">
                <a:solidFill>
                  <a:srgbClr val="1F2937"/>
                </a:solidFill>
              </a:rPr>
              <a:t>Clear problem statement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Main ideas and workflow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Practical use cases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sz="2400" b="1">
                <a:solidFill>
                  <a:srgbClr val="111827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36576" rIns="36576" tIns="18288" bIns="18288">
            <a:normAutofit/>
          </a:bodyPr>
          <a:lstStyle/>
          <a:p>
            <a:pPr/>
            <a:r>
              <a:rPr sz="1700" b="0">
                <a:solidFill>
                  <a:srgbClr val="1F2937"/>
                </a:solidFill>
              </a:rPr>
              <a:t>How introduction relates to the presentation topic</a:t>
            </a:r>
          </a:p>
          <a:p>
            <a:pPr/>
            <a:r>
              <a:rPr sz="1700" b="0">
                <a:solidFill>
                  <a:srgbClr val="1F2937"/>
                </a:solidFill>
              </a:rPr>
              <a:t>Important context and practical considerations</a:t>
            </a:r>
          </a:p>
          <a:p>
            <a:pPr/>
            <a:r>
              <a:rPr sz="1700" b="0">
                <a:solidFill>
                  <a:srgbClr val="1F2937"/>
                </a:solidFill>
              </a:rPr>
              <a:t>A concise takeaway for the audience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