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111827"/>
                </a:solidFill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