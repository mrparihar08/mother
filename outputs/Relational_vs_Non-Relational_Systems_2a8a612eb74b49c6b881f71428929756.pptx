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Relational vs Non-Relational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269747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103632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Relational (RDBMS)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NoSQL (Document/KV)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</a:tr>
              <a:tr h="103632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Data Model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Strict Relational Tables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Dynamic JSON Documents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1036320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ACID Support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Strong Immediate Consistency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Eventual Consistency Focus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