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System Architecture: Anatomy of a Black Hole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Executive Analysis &amp; Strategic Overview of System Architecture: Anatomy of a Black Hole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1672" cy="4434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System Architecture: Anatomy of a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System Architecture &amp; Core Components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Executive Summary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 to System Architecture: Anatomy of a Black Hole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System Architecture: Anatomy of a Black Hole.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System Architecture &amp; 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🏛️ &amp; CORE COMPONENTS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234440"/>
            <a:ext cx="9262872" cy="274320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1: System Architecture: Anatomy of a Black Hole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581912"/>
            <a:ext cx="9262872" cy="274320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2: Core Processing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929384"/>
            <a:ext cx="9262872" cy="274320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3: Security &amp;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276856"/>
            <a:ext cx="9262872" cy="274320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4: System Architec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91672" cy="7680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1091672" cy="768096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1.  Primary operational phase in system architecture &amp; core components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2.  Modular component integration and data flow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3.  Validation, monitoring, and quality assurance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Executive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System Architecture: Anatomy of a Black Hole.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