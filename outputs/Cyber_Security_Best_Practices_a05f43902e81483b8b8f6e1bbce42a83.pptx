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Cyber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Cyber Security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Cyber Security Best Practices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System Architecture &amp; Core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Introduction to 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Cyber Security Best Practices.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</a:rPr>
              <a:t>fig:- Introduction to Cyber Security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System Architecture &amp; 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🏛️ &amp; CORE COMPONENTS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325880"/>
            <a:ext cx="9262872" cy="274320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9090B"/>
                </a:solidFill>
              </a:rPr>
              <a:t>Layer 1: Cyber Security Best Practices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673352"/>
            <a:ext cx="9262872" cy="274320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9090B"/>
                </a:solidFill>
              </a:rPr>
              <a:t>Layer 2: Core Processing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020824"/>
            <a:ext cx="9262872" cy="274320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9090B"/>
                </a:solidFill>
              </a:rPr>
              <a:t>Layer 3: Security &amp;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368296"/>
            <a:ext cx="9262872" cy="274320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9090B"/>
                </a:solidFill>
              </a:rPr>
              <a:t>Layer 4: System Architec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1091672" cy="768096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1.  Primary operational phase in system architecture &amp; core components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2.  Modular component integration and data flow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3.  Validation, monitoring, and quality assurance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94A3B8"/>
                </a:solidFill>
              </a:rPr>
              <a:t>Executive 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Strategic synthesis and key takeaways of Cyber Security Best Practices.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Core operational milestones, performance metrics, and deliverable targets.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Next steps for deployment, team integration, and continuous improvement.</a:t>
            </a:r>
          </a:p>
        </p:txBody>
      </p:sp>
      <p:pic>
        <p:nvPicPr>
          <p:cNvPr id="6" name="Picture 5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</a:rPr>
              <a:t>fig:-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