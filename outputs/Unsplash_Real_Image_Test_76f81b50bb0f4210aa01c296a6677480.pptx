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084FC"/>
                </a:solidFill>
              </a:defRPr>
            </a:pPr>
            <a:r>
              <a:t>SLIDE 1 OF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59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AI Content Pipeline</a:t>
            </a:r>
          </a:p>
        </p:txBody>
      </p:sp>
      <p:pic>
        <p:nvPicPr>
          <p:cNvPr id="4" name="Picture 3" descr="download_4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6035040" cy="3474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736592"/>
            <a:ext cx="6035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rPr>
                <a:solidFill>
                  <a:srgbClr val="FFFFFF"/>
                </a:solidFill>
              </a:rPr>
              <a:t>AI Content Pipeline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