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Classification and Types of Black Holes vs Supermassive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</a:rPr>
              <a:t>Executive Analysis &amp; Strategic Overview of Classification and Types of Black Holes vs Supermassive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Presentation Overview &amp; 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1672" cy="4434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1672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✦  Classification and Types of Black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✦  Core Concepts &amp; Key Principles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Introduction to Classification and Types of Black Holes vs Supermassive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Executive domain analysis and strategic context introducing key principles of Classification and Types of Black Holes vs Supermassive.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Core Concepts &amp; Key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Executive domain analysis and strategic context introducing key principles of Classification and Types of Black Holes vs Supermassive.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Thank You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