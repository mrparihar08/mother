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1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</a:rPr>
              <a:t>Artificial Intelligence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19"/>
            <a:ext cx="1109441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</a:rPr>
              <a:t>Generated from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19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C084FC"/>
                </a:solidFill>
              </a:defRPr>
            </a:pPr>
            <a:r>
              <a:t>Generated from prompt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2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Key Points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Key 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3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Introduction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371600"/>
            <a:ext cx="530352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57607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F172A"/>
            </a:gs>
            <a:gs pos="100000">
              <a:srgbClr val="31104B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C084FC"/>
                </a:solidFill>
              </a:defRPr>
            </a:pPr>
            <a:r>
              <a:t>SLIDE 4 OF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59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8FAFC"/>
                </a:solidFill>
              </a:rPr>
              <a:t>Why It Matters</a:t>
            </a:r>
          </a:p>
        </p:txBody>
      </p:sp>
      <p:pic>
        <p:nvPicPr>
          <p:cNvPr id="4" name="Picture 3" descr="download_4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12064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76072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>
                <a:solidFill>
                  <a:srgbClr val="F8FAFC"/>
                </a:solidFill>
              </a:rPr>
              <a:t>Why It Matters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