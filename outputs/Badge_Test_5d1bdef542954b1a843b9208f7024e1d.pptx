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deep parihar" userId="a6c7fbde6d476a05" providerId="LiveId" clId="{87780EF3-7C34-4145-AAB0-BB42246E9B72}"/>
    <pc:docChg chg="modSld">
      <pc:chgData name="pradeep parihar" userId="a6c7fbde6d476a05" providerId="LiveId" clId="{87780EF3-7C34-4145-AAB0-BB42246E9B72}" dt="2026-08-28T07:35:26.741" v="0" actId="1076"/>
      <pc:docMkLst>
        <pc:docMk/>
      </pc:docMkLst>
      <pc:sldChg chg="modSp mod">
        <pc:chgData name="pradeep parihar" userId="a6c7fbde6d476a05" providerId="LiveId" clId="{87780EF3-7C34-4145-AAB0-BB42246E9B72}" dt="2026-08-28T07:35:26.741" v="0" actId="1076"/>
        <pc:sldMkLst>
          <pc:docMk/>
          <pc:sldMk cId="0" sldId="257"/>
        </pc:sldMkLst>
        <pc:spChg chg="mod">
          <ac:chgData name="pradeep parihar" userId="a6c7fbde6d476a05" providerId="LiveId" clId="{87780EF3-7C34-4145-AAB0-BB42246E9B72}" dt="2026-08-28T07:35:26.741" v="0" actId="1076"/>
          <ac:spMkLst>
            <pc:docMk/>
            <pc:sldMk cId="0" sldId="257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System Architecture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63040" y="2697479"/>
            <a:ext cx="9265615" cy="365759"/>
          </a:xfrm>
          <a:prstGeom prst="roundRect">
            <a:avLst/>
          </a:prstGeom>
          <a:solidFill>
            <a:srgbClr val="C08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Layer 1: 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3136391"/>
            <a:ext cx="9265615" cy="365759"/>
          </a:xfrm>
          <a:prstGeom prst="roundRect">
            <a:avLst/>
          </a:prstGeom>
          <a:solidFill>
            <a:srgbClr val="C08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Layer 2: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575303"/>
            <a:ext cx="9265615" cy="365759"/>
          </a:xfrm>
          <a:prstGeom prst="roundRect">
            <a:avLst/>
          </a:prstGeom>
          <a:solidFill>
            <a:srgbClr val="C08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Layer 3: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Artificial Intelligence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084FC"/>
                </a:solidFill>
              </a:defRPr>
            </a:pPr>
            <a:r>
              <a:t>🏛️ ARTIFICIAL INTELLIGENCE ARCHITECTURE &amp;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39" y="1271016"/>
            <a:ext cx="9265615" cy="365759"/>
          </a:xfrm>
          <a:prstGeom prst="roundRect">
            <a:avLst/>
          </a:prstGeom>
          <a:solidFill>
            <a:srgbClr val="C08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Layer 1: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673352"/>
            <a:ext cx="9265615" cy="365759"/>
          </a:xfrm>
          <a:prstGeom prst="roundRect">
            <a:avLst/>
          </a:prstGeom>
          <a:solidFill>
            <a:srgbClr val="C08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Layer 2: 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112264"/>
            <a:ext cx="9265615" cy="365759"/>
          </a:xfrm>
          <a:prstGeom prst="roundRect">
            <a:avLst/>
          </a:prstGeom>
          <a:solidFill>
            <a:srgbClr val="C08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Layer 3: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pradeep parihar</cp:lastModifiedBy>
  <cp:revision>1</cp:revision>
  <dcterms:created xsi:type="dcterms:W3CDTF">2013-01-27T09:14:16Z</dcterms:created>
  <dcterms:modified xsi:type="dcterms:W3CDTF">2026-08-28T07:35:36Z</dcterms:modified>
  <cp:category/>
</cp:coreProperties>
</file>