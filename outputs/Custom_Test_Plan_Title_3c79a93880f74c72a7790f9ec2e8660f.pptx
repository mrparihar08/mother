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>
                <a:solidFill>
                  <a:srgbClr val="FFFFFF"/>
                </a:solidFill>
              </a:rPr>
              <a:t>Custom Title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0">
                <a:solidFill>
                  <a:srgbClr val="94A3B8"/>
                </a:solidFill>
              </a:rPr>
              <a:t>Subtitle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084FC"/>
                </a:solidFill>
              </a:defRPr>
            </a:pPr>
            <a:r>
              <a:t>SLIDE 2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</a:rPr>
              <a:t>Custom Bullets Slide</a:t>
            </a:r>
          </a:p>
        </p:txBody>
      </p:sp>
      <p:pic>
        <p:nvPicPr>
          <p:cNvPr id="4" name="Picture 3" descr="download_6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66344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084FC"/>
                </a:solidFill>
              </a:rPr>
              <a:t>fig:- Custom Bullets Slide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084FC"/>
                </a:solidFill>
              </a:defRPr>
            </a:pPr>
            <a:r>
              <a:t>SLIDE 3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>
                <a:solidFill>
                  <a:srgbClr val="94A3B8"/>
                </a:solidFill>
              </a:rPr>
              <a:t>Executive Summary &amp;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371600"/>
            <a:ext cx="5303520" cy="4389120"/>
          </a:xfrm>
          <a:prstGeom prst="rect">
            <a:avLst/>
          </a:prstGeom>
          <a:noFill/>
        </p:spPr>
        <p:txBody>
          <a:bodyPr wrap="square" lIns="228600" rIns="228600" tIns="109728" bIns="109728">
            <a:no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✔  Strategic synthesis and key takeaways of Test Prompt.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✔  Core operational milestones, performance metrics, and deliverable targets.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✔  Next steps for deployment, team integration, and continuous improvement.</a:t>
            </a:r>
          </a:p>
        </p:txBody>
      </p:sp>
      <p:pic>
        <p:nvPicPr>
          <p:cNvPr id="6" name="Picture 5" descr="download_6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466344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084FC"/>
                </a:solidFill>
              </a:rPr>
              <a:t>fig:- Conclusion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0">
                <a:solidFill>
                  <a:srgbClr val="94A3B8"/>
                </a:solidFill>
              </a:rPr>
              <a:t>Questions &amp; Discussion | Thank You for 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