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5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deep parihar" userId="a6c7fbde6d476a05" providerId="LiveId" clId="{87780EF3-7C34-4145-AAB0-BB42246E9B72}"/>
    <pc:docChg chg="custSel modSld">
      <pc:chgData name="pradeep parihar" userId="a6c7fbde6d476a05" providerId="LiveId" clId="{87780EF3-7C34-4145-AAB0-BB42246E9B72}" dt="2026-09-26T09:05:06.799" v="5" actId="21"/>
      <pc:docMkLst>
        <pc:docMk/>
      </pc:docMkLst>
      <pc:sldChg chg="delSp modSp mod">
        <pc:chgData name="pradeep parihar" userId="a6c7fbde6d476a05" providerId="LiveId" clId="{87780EF3-7C34-4145-AAB0-BB42246E9B72}" dt="2026-09-26T09:03:49.383" v="1" actId="2710"/>
        <pc:sldMkLst>
          <pc:docMk/>
          <pc:sldMk cId="0" sldId="256"/>
        </pc:sldMkLst>
        <pc:spChg chg="del">
          <ac:chgData name="pradeep parihar" userId="a6c7fbde6d476a05" providerId="LiveId" clId="{87780EF3-7C34-4145-AAB0-BB42246E9B72}" dt="2026-09-26T09:03:36.377" v="0" actId="21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adeep parihar" userId="a6c7fbde6d476a05" providerId="LiveId" clId="{87780EF3-7C34-4145-AAB0-BB42246E9B72}" dt="2026-09-26T09:03:49.383" v="1" actId="2710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pradeep parihar" userId="a6c7fbde6d476a05" providerId="LiveId" clId="{87780EF3-7C34-4145-AAB0-BB42246E9B72}" dt="2026-09-26T09:04:34.126" v="4" actId="123"/>
        <pc:sldMkLst>
          <pc:docMk/>
          <pc:sldMk cId="0" sldId="258"/>
        </pc:sldMkLst>
        <pc:spChg chg="mod">
          <ac:chgData name="pradeep parihar" userId="a6c7fbde6d476a05" providerId="LiveId" clId="{87780EF3-7C34-4145-AAB0-BB42246E9B72}" dt="2026-09-26T09:04:34.126" v="4" actId="123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pradeep parihar" userId="a6c7fbde6d476a05" providerId="LiveId" clId="{87780EF3-7C34-4145-AAB0-BB42246E9B72}" dt="2026-09-26T09:04:19.108" v="2" actId="14100"/>
        <pc:sldMkLst>
          <pc:docMk/>
          <pc:sldMk cId="0" sldId="259"/>
        </pc:sldMkLst>
        <pc:spChg chg="mod">
          <ac:chgData name="pradeep parihar" userId="a6c7fbde6d476a05" providerId="LiveId" clId="{87780EF3-7C34-4145-AAB0-BB42246E9B72}" dt="2026-09-26T09:04:19.108" v="2" actId="14100"/>
          <ac:spMkLst>
            <pc:docMk/>
            <pc:sldMk cId="0" sldId="259"/>
            <ac:spMk id="6" creationId="{00000000-0000-0000-0000-000000000000}"/>
          </ac:spMkLst>
        </pc:spChg>
      </pc:sldChg>
      <pc:sldChg chg="delSp mod">
        <pc:chgData name="pradeep parihar" userId="a6c7fbde6d476a05" providerId="LiveId" clId="{87780EF3-7C34-4145-AAB0-BB42246E9B72}" dt="2026-09-26T09:05:06.799" v="5" actId="21"/>
        <pc:sldMkLst>
          <pc:docMk/>
          <pc:sldMk cId="0" sldId="261"/>
        </pc:sldMkLst>
        <pc:spChg chg="del">
          <ac:chgData name="pradeep parihar" userId="a6c7fbde6d476a05" providerId="LiveId" clId="{87780EF3-7C34-4145-AAB0-BB42246E9B72}" dt="2026-09-26T09:05:06.799" v="5" actId="21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322576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sz="40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3785616"/>
            <a:ext cx="20116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Executive Analysis &amp; Strategic Overview of Cyber Security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73152"/>
            <a:ext cx="16459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tIns="109728" rIns="228600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Cyber Security Best Practices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Problem Statement &amp; Technical Challenges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54864" cy="51206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Cyber Security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tIns="109728" rIns="228600" bIns="109728">
            <a:noAutofit/>
          </a:bodyPr>
          <a:lstStyle/>
          <a:p>
            <a:pPr algn="just"/>
            <a:r>
              <a:rPr sz="1800" b="0" dirty="0">
                <a:solidFill>
                  <a:srgbClr val="FFFFFF"/>
                </a:solidFill>
              </a:rPr>
              <a:t>In-depth analysis of Introduction to Cyber Security Best Practices within the context of Cyber Security Best Practices. This slide examines core mechanisms, operational principles, key functional components, and real-world application strategies relevant to Cyber Security Best Practices.</a:t>
            </a:r>
          </a:p>
        </p:txBody>
      </p:sp>
      <p:pic>
        <p:nvPicPr>
          <p:cNvPr id="7" name="Picture 6" descr="download_photo-1526374965328-7f61d4dc18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14525"/>
            <a:ext cx="5303520" cy="29832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9434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Introduction to Cyber Security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217920"/>
            <a:ext cx="11094415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Problem Statement &amp; Technical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34440"/>
            <a:ext cx="5303520" cy="4617720"/>
          </a:xfrm>
          <a:prstGeom prst="rect">
            <a:avLst/>
          </a:prstGeom>
          <a:noFill/>
        </p:spPr>
        <p:txBody>
          <a:bodyPr wrap="square" lIns="228600" tIns="109728" rIns="228600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 dirty="0">
                <a:solidFill>
                  <a:srgbClr val="FFFFFF"/>
                </a:solidFill>
              </a:rPr>
              <a:t>✦  Key aspect of problem statement &amp; technical challenges in relation to Cyber Security Best Practices</a:t>
            </a:r>
          </a:p>
          <a:p>
            <a:pPr algn="l">
              <a:spcAft>
                <a:spcPts val="200"/>
              </a:spcAft>
            </a:pPr>
            <a:r>
              <a:rPr sz="1600" b="0" dirty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 dirty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pic>
        <p:nvPicPr>
          <p:cNvPr id="7" name="Picture 6" descr="download_photo-1550751827-4bd374c3f5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12064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8920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Problem Statement &amp; Technical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45775" y="365760"/>
            <a:ext cx="10972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06479" y="365760"/>
            <a:ext cx="36576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0972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5157216"/>
            <a:ext cx="36576" cy="1097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43F5E"/>
                </a:solidFill>
              </a:defRPr>
            </a:pPr>
            <a:r>
              <a:t>SLIDE 5 OF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tIns="109728" rIns="228600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In-depth analysis of Executive Summary &amp; Conclusion within the context of Cyber Security Best Practices. This slide examines core mechanisms, operational principles, key functional components, and real-world application strategies relevant to Cyber Security Best Practices.</a:t>
            </a:r>
          </a:p>
        </p:txBody>
      </p:sp>
      <p:pic>
        <p:nvPicPr>
          <p:cNvPr id="10" name="Picture 9" descr="download_photo-1460925895917-afdab827c5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14525"/>
            <a:ext cx="5303520" cy="29832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49434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90B"/>
            </a:gs>
            <a:gs pos="100000">
              <a:srgbClr val="581C87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754880"/>
          </a:xfrm>
          <a:prstGeom prst="roundRect">
            <a:avLst/>
          </a:prstGeom>
          <a:noFill/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912364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3826764"/>
            <a:ext cx="20116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parihar</cp:lastModifiedBy>
  <cp:revision>1</cp:revision>
  <dcterms:created xsi:type="dcterms:W3CDTF">2013-01-27T09:14:16Z</dcterms:created>
  <dcterms:modified xsi:type="dcterms:W3CDTF">2026-09-26T09:05:15Z</dcterms:modified>
  <cp:category/>
</cp:coreProperties>
</file>