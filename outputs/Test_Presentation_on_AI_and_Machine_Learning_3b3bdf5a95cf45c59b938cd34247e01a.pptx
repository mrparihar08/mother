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Test Presentation on AI and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•  Clear problem statement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•  Main ideas and workflow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•  Practical use cases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0">
                <a:solidFill>
                  <a:srgbClr val="F8FAFC"/>
                </a:solidFill>
              </a:rPr>
              <a:t>Key context and strategic overview regarding introduction.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•  How why it matters relates to the presentation topic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•  Important context and practical considerations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•  A concise takeaway for the audience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