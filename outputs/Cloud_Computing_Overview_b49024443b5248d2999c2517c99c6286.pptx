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Cloud Computing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19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19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39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84FC"/>
                </a:solidFill>
              </a:defRPr>
            </a:pPr>
            <a:r>
              <a:t>Overview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60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Key Points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Key 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Introduction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57607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