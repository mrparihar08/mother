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Custom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Custom Bullets Slide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Custom Bullets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