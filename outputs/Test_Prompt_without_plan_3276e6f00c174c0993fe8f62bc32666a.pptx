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Test Prompt without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24128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Clear problem statement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Main ideas and workflow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24128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•  How introduction relates to the presentation topic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•  Important context and practical considerations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•  A concise takeaway for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