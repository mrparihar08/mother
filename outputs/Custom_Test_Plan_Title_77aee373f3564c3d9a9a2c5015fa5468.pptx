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Custom Title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Subtitle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Custom Bullets Slide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FFFFF"/>
                </a:solidFill>
              </a:rPr>
              <a:t>Custom Bullets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