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9441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 b="1">
                <a:solidFill>
                  <a:srgbClr val="FFFFFF"/>
                </a:solidFill>
              </a:rPr>
              <a:t>Test Prompt without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74320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0">
                <a:solidFill>
                  <a:srgbClr val="94A3B8"/>
                </a:solidFill>
              </a:rPr>
              <a:t>Executive Analysis &amp; Strategic Overview of Test Prompt without plan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05695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C084FC"/>
                </a:solidFill>
              </a:defRPr>
            </a:pPr>
            <a:r>
              <a:t>SLIDE 2 OF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</a:rPr>
              <a:t>Presentation Overview &amp; 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1672" cy="4434840"/>
          </a:xfrm>
          <a:prstGeom prst="rect">
            <a:avLst/>
          </a:prstGeom>
          <a:noFill/>
        </p:spPr>
        <p:txBody>
          <a:bodyPr wrap="square" lIns="228600" rIns="228600" tIns="109728" bIns="109728">
            <a:no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FFFFFF"/>
                </a:solidFill>
              </a:rPr>
              <a:t>•  Test Prompt without plan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FFFFFF"/>
                </a:solidFill>
              </a:rPr>
              <a:t>•  out plan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FFFFFF"/>
                </a:solidFill>
              </a:rPr>
              <a:t>•  Executive Summary &amp;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05695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C084FC"/>
                </a:solidFill>
              </a:defRPr>
            </a:pPr>
            <a:r>
              <a:t>SLIDE 3 OF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</a:rPr>
              <a:t>Introduction to Test Prompt without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5120640" cy="3474720"/>
          </a:xfrm>
          <a:prstGeom prst="rect">
            <a:avLst/>
          </a:prstGeom>
          <a:noFill/>
        </p:spPr>
        <p:txBody>
          <a:bodyPr wrap="square" lIns="228600" rIns="228600" tIns="109728" bIns="109728">
            <a:no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Executive domain analysis and strategic context introducing key principles of Test Prompt without plan.</a:t>
            </a:r>
          </a:p>
        </p:txBody>
      </p:sp>
      <p:pic>
        <p:nvPicPr>
          <p:cNvPr id="5" name="Picture 4" descr="download_67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685925"/>
            <a:ext cx="5303520" cy="298323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26480" y="4714875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C084FC"/>
                </a:solidFill>
              </a:rPr>
              <a:t>fig:- Introduction to Test Prompt without plan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05695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C084FC"/>
                </a:solidFill>
              </a:defRPr>
            </a:pPr>
            <a:r>
              <a:t>SLIDE 4 OF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</a:rPr>
              <a:t>out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1197864"/>
          </a:xfrm>
          <a:prstGeom prst="rect">
            <a:avLst/>
          </a:prstGeom>
          <a:noFill/>
        </p:spPr>
        <p:txBody>
          <a:bodyPr wrap="square" lIns="228600" rIns="228600" tIns="109728" bIns="109728">
            <a:no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Strategic analysis and key operational highlights of out plan.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60904"/>
            <a:ext cx="10698480" cy="1490472"/>
          </a:xfrm>
          <a:prstGeom prst="rect">
            <a:avLst/>
          </a:prstGeom>
          <a:noFill/>
        </p:spPr>
        <p:txBody>
          <a:bodyPr wrap="square" lIns="228600" rIns="228600" tIns="109728" bIns="109728">
            <a:no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FFFFFF"/>
                </a:solidFill>
              </a:rPr>
              <a:t>➜  Core capability and function within Test Prompt without plan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FFFFFF"/>
                </a:solidFill>
              </a:rPr>
              <a:t>➜  Practical integration baseline and operational impact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FFFFFF"/>
                </a:solidFill>
              </a:rPr>
              <a:t>➜  Target metric alignment and performance benchmark</a:t>
            </a:r>
          </a:p>
        </p:txBody>
      </p:sp>
      <p:pic>
        <p:nvPicPr>
          <p:cNvPr id="6" name="Picture 5" descr="download_67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1560" y="3840480"/>
            <a:ext cx="2438400" cy="1371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861560" y="5257800"/>
            <a:ext cx="243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C084FC"/>
                </a:solidFill>
              </a:rPr>
              <a:t>fig:- out plan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05695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C084FC"/>
                </a:solidFill>
              </a:defRPr>
            </a:pPr>
            <a:r>
              <a:t>SLIDE 5 OF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</a:rPr>
              <a:t>Executive Summary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5120640" cy="3474720"/>
          </a:xfrm>
          <a:prstGeom prst="rect">
            <a:avLst/>
          </a:prstGeom>
          <a:noFill/>
        </p:spPr>
        <p:txBody>
          <a:bodyPr wrap="square" lIns="228600" rIns="228600" tIns="109728" bIns="109728">
            <a:no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Executive domain analysis and strategic context introducing key principles of Test Prompt without plan.</a:t>
            </a:r>
          </a:p>
        </p:txBody>
      </p:sp>
      <p:pic>
        <p:nvPicPr>
          <p:cNvPr id="5" name="Picture 4" descr="download_67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685925"/>
            <a:ext cx="5303520" cy="298323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26480" y="4714875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C084FC"/>
                </a:solidFill>
              </a:rPr>
              <a:t>fig:- Executive Summary &amp; Conclusion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9441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 b="1">
                <a:solidFill>
                  <a:srgbClr val="FFFFFF"/>
                </a:solidFill>
              </a:rPr>
              <a:t>Thank You &amp; 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