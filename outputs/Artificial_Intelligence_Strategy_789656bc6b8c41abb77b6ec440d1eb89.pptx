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</a:rPr>
              <a:t>•  A concise takeaway for the audience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