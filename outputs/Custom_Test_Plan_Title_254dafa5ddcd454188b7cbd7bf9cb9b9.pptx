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1 OF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Custom Title 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19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</a:rPr>
              <a:t>Subtitle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2 OF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Custom Bullets Slide</a:t>
            </a:r>
          </a:p>
        </p:txBody>
      </p:sp>
      <p:pic>
        <p:nvPicPr>
          <p:cNvPr id="4" name="Picture 3" descr="download_4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120640" cy="4343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