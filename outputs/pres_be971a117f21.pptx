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1367" y="1847088"/>
            <a:ext cx="310896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084FC"/>
                </a:solidFill>
              </a:rPr>
              <a:t>✨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22576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3785616"/>
            <a:ext cx="201168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Executive Analysis &amp; Strategic Overview of Artificial Intelligence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3152"/>
            <a:ext cx="164592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Presentation Overview &amp;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Executive Context &amp; Business Scope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Market Opportunity &amp; Demographics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54864" cy="51206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Executive Context &amp; Business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tIns="109728" bIns="109728" lIns="228600" rIns="228600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In-depth analysis of Executive Context &amp; Business Scope within the context of Artificial Intelligence Strategy. This slide examines core mechanisms, operational principles, key functional components, and real-world application strategies relevant to Artificial Intelligence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8FAFC"/>
                </a:solidFill>
              </a:rPr>
              <a:t>Visual: Executive Context &amp; Business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17920"/>
            <a:ext cx="11094415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Market Opportunity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✦  Key aspect of market opportunity &amp; demographics in relation to Artificial Intelligence Strategy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✦  Strategic takeaway and audience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8FAFC"/>
                </a:solidFill>
              </a:rPr>
              <a:t>Visual: Market Opportunity &amp; Demographics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45775" y="365760"/>
            <a:ext cx="109728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06479" y="365760"/>
            <a:ext cx="36576" cy="10972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09728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157216"/>
            <a:ext cx="36576" cy="10972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Executive Summary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tIns="109728" bIns="109728" lIns="228600" rIns="228600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In-depth analysis of Executive Summary &amp; Conclusion within the context of Artificial Intelligence Strategy. This slide examines core mechanisms, operational principles, key functional components, and real-world application strategies relevant to Artificial Intelligence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8FAFC"/>
                </a:solidFill>
              </a:rPr>
              <a:t>Visual: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754880"/>
          </a:xfrm>
          <a:prstGeom prst="roundRect">
            <a:avLst/>
          </a:pr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41367" y="2436876"/>
            <a:ext cx="310896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084FC"/>
                </a:solidFill>
              </a:rPr>
              <a:t>✨ EXECUTIVE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12364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</a:rPr>
              <a:t>Thank You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3826764"/>
            <a:ext cx="201168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Executive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