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Acme Corporate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Acme Corporate Strategy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Executive Context &amp; Business Scope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Market Opportunity &amp; Demographics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Context &amp; Business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Acme Corporate Strategy Deck.</a:t>
            </a:r>
          </a:p>
        </p:txBody>
      </p:sp>
      <p:pic>
        <p:nvPicPr>
          <p:cNvPr id="6" name="Picture 5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Context &amp; Business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Market Opportunity &amp;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Key aspect of market opportunity &amp; demographics in relation to Acme Corporate Strategy Deck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Critical operational considerations and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Strategic takeaway and audience outcome</a:t>
            </a:r>
          </a:p>
        </p:txBody>
      </p:sp>
      <p:pic>
        <p:nvPicPr>
          <p:cNvPr id="6" name="Picture 5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Market Opportunity &amp; Demographics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Summary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Acme Corporate Strategy Deck.</a:t>
            </a:r>
          </a:p>
        </p:txBody>
      </p:sp>
      <p:pic>
        <p:nvPicPr>
          <p:cNvPr id="6" name="Picture 5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Summary &amp;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