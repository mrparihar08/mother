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Test Prompt without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 Points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Key 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57607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Introduction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