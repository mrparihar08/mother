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Quantum Computing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Quantum Computing Innovations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Quantum Computing Innovations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Core Principles &amp; Foundational Scope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Quantum Computing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Quantum Computing Innovations.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Introduction to Quantum Computing Innovations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Core Principles &amp; Foundational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Quantum Computing Innovations.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Core Principles &amp; Foundational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Quantum Computing Innovations.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