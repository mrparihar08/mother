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SLIDE 1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Custom Title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Subtitle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SLIDE 2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Custom Bullets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