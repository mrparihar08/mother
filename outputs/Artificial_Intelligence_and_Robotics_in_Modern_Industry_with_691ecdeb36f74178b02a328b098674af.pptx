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Progress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Phase 1</c:v>
                </c:pt>
                <c:pt idx="1">
                  <c:v>Phase 2</c:v>
                </c:pt>
                <c:pt idx="2">
                  <c:v>Phase 3</c:v>
                </c:pt>
                <c:pt idx="3">
                  <c:v>Phase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55</c:v>
                </c:pt>
                <c:pt idx="2">
                  <c:v>80</c:v>
                </c:pt>
                <c:pt idx="3">
                  <c:v>100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1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Artificial Intelligence and Robotics in Modern Industry with...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Generated from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79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2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241280" cy="104241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</a:rPr>
              <a:t>•  Clear problem statement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</a:rPr>
              <a:t>•  Main ideas and workflow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8FAFC"/>
                </a:solidFill>
              </a:rPr>
              <a:t>•  Practical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24128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r>
              <a:rPr sz="1600" b="0">
                <a:solidFill>
                  <a:srgbClr val="F8FAFC"/>
                </a:solidFill>
              </a:rPr>
              <a:t>Key context and strategic overview regarding introduction.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0241280" cy="1042416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</a:rPr>
              <a:t>•  How why it matters relates to the presentation topic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</a:rPr>
              <a:t>•  Important context and practical considerations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F8FAFC"/>
                </a:solidFill>
              </a:rPr>
              <a:t>•  A concise takeaway for the audience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Key Features &amp; Specifications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874519"/>
          <a:ext cx="10241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3760"/>
                <a:gridCol w="3413760"/>
                <a:gridCol w="3413760"/>
              </a:tblGrid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Metric / Phase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F172A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C084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Initial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In Progress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Phase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Scaling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FFFFFF"/>
                          </a:solidFill>
                        </a:rP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6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Growth &amp; Impact Metrics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874519"/>
          <a:ext cx="77724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