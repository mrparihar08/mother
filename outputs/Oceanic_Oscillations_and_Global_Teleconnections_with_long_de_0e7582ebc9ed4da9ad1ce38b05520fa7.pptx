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Oceanic Oscillations and Global Teleconnections with long de...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