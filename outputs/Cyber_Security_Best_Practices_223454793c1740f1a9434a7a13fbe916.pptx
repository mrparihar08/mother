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1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Cyber Security Best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Generated from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084FC"/>
                </a:solidFill>
              </a:defRPr>
            </a:pPr>
            <a:r>
              <a:t>Generated from prompt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2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Key Points</a:t>
            </a:r>
          </a:p>
        </p:txBody>
      </p:sp>
      <p:pic>
        <p:nvPicPr>
          <p:cNvPr id="4" name="Picture 3" descr="download_4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120640" cy="4343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76072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rPr>
                <a:solidFill>
                  <a:srgbClr val="FFFFFF"/>
                </a:solidFill>
              </a:rPr>
              <a:t>Key Points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3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  <p:pic>
        <p:nvPicPr>
          <p:cNvPr id="4" name="Picture 3" descr="download_4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371600"/>
            <a:ext cx="5303520" cy="4343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126480" y="576072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rPr>
                <a:solidFill>
                  <a:srgbClr val="FFFFFF"/>
                </a:solidFill>
              </a:rPr>
              <a:t>Introduction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4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Why It Matters</a:t>
            </a:r>
          </a:p>
        </p:txBody>
      </p:sp>
      <p:pic>
        <p:nvPicPr>
          <p:cNvPr id="4" name="Picture 3" descr="download_4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120640" cy="4343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76072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rPr>
                <a:solidFill>
                  <a:srgbClr val="FFFFFF"/>
                </a:solidFill>
              </a:rPr>
              <a:t>Why It Matters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5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Key Features &amp; Specifications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11094415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</a:rPr>
                        <a:t>Metric / Phase</a:t>
                      </a:r>
                    </a:p>
                  </a:txBody>
                  <a:tcPr>
                    <a:solidFill>
                      <a:srgbClr val="C08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</a:rPr>
                        <a:t>Standard</a:t>
                      </a:r>
                    </a:p>
                  </a:txBody>
                  <a:tcPr>
                    <a:solidFill>
                      <a:srgbClr val="C08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</a:rPr>
                        <a:t>Target</a:t>
                      </a:r>
                    </a:p>
                  </a:txBody>
                  <a:tcPr>
                    <a:solidFill>
                      <a:srgbClr val="C084FC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Phase 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Initial Setup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Completed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Phase 2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Optimization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In Progress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Phase 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Scaling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Planned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