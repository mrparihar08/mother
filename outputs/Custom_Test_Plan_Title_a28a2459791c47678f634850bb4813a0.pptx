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ustom Tit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ubtitle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ustom Bullets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