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800" b="1">
                <a:solidFill>
                  <a:srgbClr val="C084FC"/>
                </a:solidFill>
              </a:rPr>
              <a:t>Test Prompt without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0467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FFFFFF"/>
                </a:solidFill>
              </a:rP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800" b="0">
                <a:solidFill>
                  <a:srgbClr val="FFFFFF"/>
                </a:solidFill>
              </a:rPr>
              <a:t>Clear problem statement</a:t>
            </a:r>
          </a:p>
          <a:p>
            <a:pPr/>
            <a:r>
              <a:rPr sz="1800" b="0">
                <a:solidFill>
                  <a:srgbClr val="FFFFFF"/>
                </a:solidFill>
              </a:rPr>
              <a:t>Main ideas and workflow</a:t>
            </a:r>
          </a:p>
          <a:p>
            <a:pPr/>
            <a:r>
              <a:rPr sz="1800" b="0">
                <a:solidFill>
                  <a:srgbClr val="FFFFFF"/>
                </a:solidFill>
              </a:rPr>
              <a:t>Practical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36576" rIns="36576" tIns="18288" bIns="18288">
            <a:normAutofit/>
          </a:bodyPr>
          <a:lstStyle/>
          <a:p>
            <a:pPr/>
            <a:r>
              <a:rPr sz="1700" b="0">
                <a:solidFill>
                  <a:srgbClr val="FFFFFF"/>
                </a:solidFill>
              </a:rPr>
              <a:t>How introduction relates to the presentation topic</a:t>
            </a:r>
          </a:p>
          <a:p>
            <a:pPr/>
            <a:r>
              <a:rPr sz="1700" b="0">
                <a:solidFill>
                  <a:srgbClr val="FFFFFF"/>
                </a:solidFill>
              </a:rPr>
              <a:t>Important context and practical considerations</a:t>
            </a:r>
          </a:p>
          <a:p>
            <a:pPr/>
            <a:r>
              <a:rPr sz="1700" b="0">
                <a:solidFill>
                  <a:srgbClr val="FFFFFF"/>
                </a:solidFill>
              </a:rPr>
              <a:t>A concise takeaway for 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