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Acme Corporate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Acme Corporate Strategy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Context &amp; Business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Context &amp; Business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Acme Corporate Strategy Deck.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Context &amp; Business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94A3B8"/>
                </a:solidFill>
              </a:rPr>
              <a:t>Executive Summary &amp;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Strategic synthesis and key takeaways of Acme Corporate Strategy Deck.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Core operational milestones, performance metrics, and deliverable targets.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Next steps for deployment, team integration, and continuous improvement.</a:t>
            </a:r>
          </a:p>
        </p:txBody>
      </p:sp>
      <p:pic>
        <p:nvPicPr>
          <p:cNvPr id="7" name="Picture 6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