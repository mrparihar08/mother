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1367" y="1847088"/>
            <a:ext cx="310896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3F5E"/>
                </a:solidFill>
              </a:rPr>
              <a:t>⚡ AI &amp; TECH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22576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3785616"/>
            <a:ext cx="20116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441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Executive Analysis &amp; Strategic Overview of Cyber Security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Executive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"/>
            <a:ext cx="16459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Cyber Security Best Practices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Problem Statement &amp; Technical Challenges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54864" cy="51206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Cyber Security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tIns="109728" bIns="109728" lIns="228600" rIns="228600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In-depth analysis of Introduction to Cyber Security Best Practices within the context of Cyber Security Best Practices. This slide examines core mechanisms, operational principles, key functional components, and real-world application strategies relevant to Cyber Security Best Practices.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FFFFF"/>
                </a:solidFill>
              </a:rPr>
              <a:t>Visual: Introduction to Cyber Security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17920"/>
            <a:ext cx="11094415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Problem Statement &amp; Technical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✦  Key aspect of problem statement &amp; technical challenges in relation to Cyber Security Best Practices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✦  Strategic takeaway and audience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FFFFF"/>
                </a:solidFill>
              </a:rPr>
              <a:t>Visual: Problem Statement &amp; Technical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45775" y="365760"/>
            <a:ext cx="10972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06479" y="365760"/>
            <a:ext cx="36576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0972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157216"/>
            <a:ext cx="36576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5 OF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tIns="109728" bIns="109728" lIns="228600" rIns="228600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In-depth analysis of Executive Summary &amp; Conclusion within the context of Cyber Security Best Practices. This slide examines core mechanisms, operational principles, key functional components, and real-world application strategies relevant to Cyber Security Best Practices.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FFFFF"/>
                </a:solidFill>
              </a:rPr>
              <a:t>Visual: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754880"/>
          </a:xfrm>
          <a:prstGeom prst="roundRect">
            <a:avLst/>
          </a:prstGeom>
          <a:noFill/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41367" y="2436876"/>
            <a:ext cx="310896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3F5E"/>
                </a:solidFill>
              </a:rPr>
              <a:t>⚡ AI &amp; TECH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12364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3826764"/>
            <a:ext cx="20116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Executive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