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241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59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Custom Edit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1024128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Testing custom user edit font size and position alignment.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