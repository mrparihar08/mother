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084FC"/>
                </a:solidFill>
              </a:defRPr>
            </a:pPr>
            <a:r>
              <a:t>SLIDE 1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59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</a:rPr>
              <a:t>Artificial Intelligence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19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</a:rPr>
              <a:t>Generated from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19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C084FC"/>
                </a:solidFill>
              </a:defRPr>
            </a:pPr>
            <a:r>
              <a:t>Generated from prompt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084FC"/>
                </a:solidFill>
              </a:defRPr>
            </a:pPr>
            <a:r>
              <a:t>SLIDE 2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59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0" y="1417320"/>
            <a:ext cx="5303520" cy="443484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F8FAFC"/>
                </a:solidFill>
              </a:rPr>
              <a:t>•  Clear problem statement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F8FAFC"/>
                </a:solidFill>
              </a:rPr>
              <a:t>•  Main ideas and workflow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F8FAFC"/>
                </a:solidFill>
              </a:rPr>
              <a:t>•  Practical use cases</a:t>
            </a:r>
          </a:p>
        </p:txBody>
      </p:sp>
      <p:pic>
        <p:nvPicPr>
          <p:cNvPr id="5" name="Picture 4" descr="download_4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120640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084FC"/>
                </a:solidFill>
              </a:defRPr>
            </a:pPr>
            <a:r>
              <a:t>SLIDE 3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59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5120640" cy="347472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/>
            <a:r>
              <a:rPr sz="1800" b="0">
                <a:solidFill>
                  <a:srgbClr val="F8FAFC"/>
                </a:solidFill>
              </a:rPr>
              <a:t>Key context and strategic overview regarding introduction.</a:t>
            </a:r>
          </a:p>
        </p:txBody>
      </p:sp>
      <p:pic>
        <p:nvPicPr>
          <p:cNvPr id="5" name="Picture 4" descr="download_4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371600"/>
            <a:ext cx="5303520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084FC"/>
                </a:solidFill>
              </a:defRPr>
            </a:pPr>
            <a:r>
              <a:t>SLIDE 4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59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</a:rPr>
              <a:t>Why It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0" y="1417320"/>
            <a:ext cx="5303520" cy="443484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F8FAFC"/>
                </a:solidFill>
              </a:rPr>
              <a:t>•  How why it matters relates to the presentation topic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F8FAFC"/>
                </a:solidFill>
              </a:rPr>
              <a:t>•  Important context and practical considerations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F8FAFC"/>
                </a:solidFill>
              </a:rPr>
              <a:t>•  A concise takeaway for the audience</a:t>
            </a:r>
          </a:p>
        </p:txBody>
      </p:sp>
      <p:pic>
        <p:nvPicPr>
          <p:cNvPr id="5" name="Picture 4" descr="download_4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120640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084FC"/>
                </a:solidFill>
              </a:defRPr>
            </a:pPr>
            <a:r>
              <a:t>SLIDE 5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59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</a:rPr>
              <a:t>Key Features &amp; Specifications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34439"/>
          <a:ext cx="11094415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F172A"/>
                          </a:solidFill>
                        </a:rPr>
                        <a:t>Metric / Phase</a:t>
                      </a:r>
                    </a:p>
                  </a:txBody>
                  <a:tcPr>
                    <a:solidFill>
                      <a:srgbClr val="C08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F172A"/>
                          </a:solidFill>
                        </a:rPr>
                        <a:t>Standard</a:t>
                      </a:r>
                    </a:p>
                  </a:txBody>
                  <a:tcPr>
                    <a:solidFill>
                      <a:srgbClr val="C08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F172A"/>
                          </a:solidFill>
                        </a:rPr>
                        <a:t>Target</a:t>
                      </a:r>
                    </a:p>
                  </a:txBody>
                  <a:tcPr>
                    <a:solidFill>
                      <a:srgbClr val="C084FC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Phase 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Initial Setup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Completed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Phase 2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Optimization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In Progress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Phase 3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Scaling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Planned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