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Cyber 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Clear problem statement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Main ideas and workflow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Practical use cases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Key context and strategic overview regarding introduction.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How why it matters relates to the presentation topic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Important context and practical considerations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</a:rPr>
              <a:t>•  A concise takeaway for the audience</a:t>
            </a:r>
          </a:p>
        </p:txBody>
      </p:sp>
      <p:pic>
        <p:nvPicPr>
          <p:cNvPr id="5" name="Picture 4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Features &amp; Specifications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39"/>
          <a:ext cx="11094415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