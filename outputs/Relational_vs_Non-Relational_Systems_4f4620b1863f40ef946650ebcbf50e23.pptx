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Growth (%) [Illustrative Data]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Phase 1 (Setup)</c:v>
                </c:pt>
                <c:pt idx="1">
                  <c:v>Phase 2 (Growth)</c:v>
                </c:pt>
                <c:pt idx="2">
                  <c:v>Phase 3 (Scaling)</c:v>
                </c:pt>
                <c:pt idx="3">
                  <c:v>Phase 4 (Maturity)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25.0</c:v>
                </c:pt>
                <c:pt idx="1">
                  <c:v>55.0</c:v>
                </c:pt>
                <c:pt idx="2">
                  <c:v>80.0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txPr>
        <a:bodyPr/>
        <a:lstStyle/>
        <a:p>
          <a:pPr>
            <a:defRPr sz="1000"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Relational vs Non-Relational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Comprehensive Analysis of Relational vs Non-Relational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Presentation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Key aspect of presentation overview in relation to Relational vs Non-Relational Systems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Critical considerations and operational guidelines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Strategic takeaway and audience outcome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51206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983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📷 Presentation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Problem Statement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Key aspect of problem statement &amp; challenges in relation to Relational vs Non-Relational Systems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Critical considerations and operational guidelines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Strategic takeaway and audience outcome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51206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983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📷 Problem Statement &amp;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4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Core Concept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Detailed domain narrative and strategic context regarding core concept &amp; technology within Relational vs Non-Relational Systems.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05965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5034915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📷 Core Concept &amp;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5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Data Analysis &amp; Performance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66647" y="914400"/>
          <a:ext cx="100584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6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Real-World Applications &amp;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1978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Strategic analysis and key operational highlights of real-world applications &amp; use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60904"/>
            <a:ext cx="10698480" cy="1490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➔  Core capability and function within Relational vs Non-Relational Systems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➔  Practical integration baseline and operational impact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➔  Target metric alignment and performance benchmark</a:t>
            </a:r>
          </a:p>
        </p:txBody>
      </p:sp>
      <p:pic>
        <p:nvPicPr>
          <p:cNvPr id="6" name="Picture 5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639" y="4114800"/>
            <a:ext cx="2682240" cy="1508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39639" y="5669280"/>
            <a:ext cx="268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📷 Real-World Applications &amp; Use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7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References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Key aspect of references &amp; sources in relation to Relational vs Non-Relational Systems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Critical considerations and operational guidelines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⭐  Strategic takeaway and audience outcome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51206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983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📷 References &amp; 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