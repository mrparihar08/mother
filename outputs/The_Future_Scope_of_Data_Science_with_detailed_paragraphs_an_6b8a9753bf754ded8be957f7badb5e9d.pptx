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1B4B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24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59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Future Scope of Data Science with detailed paragraphs an...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1B4B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24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59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241280" cy="10424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 Clear problem statement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 Main ideas and workflow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 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1B4B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24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59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24128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600" b="0">
                <a:solidFill>
                  <a:srgbClr val="FFFFFF"/>
                </a:solidFill>
              </a:rPr>
              <a:t>Key context and strategic overview regarding introduction.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1B4B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24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59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241280" cy="10424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 How why it matters relates to the presentation topic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 Important context and practical considerations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 A concise takeaway for the audience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1B4B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24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59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241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