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Growth &amp; Impact Metrics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Progress %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Phase 1</c:v>
                </c:pt>
                <c:pt idx="1">
                  <c:v>Phase 2</c:v>
                </c:pt>
                <c:pt idx="2">
                  <c:v>Phase 3</c:v>
                </c:pt>
                <c:pt idx="3">
                  <c:v>Phase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25.0</c:v>
                </c:pt>
                <c:pt idx="1">
                  <c:v>55.0</c:v>
                </c:pt>
                <c:pt idx="2">
                  <c:v>80.0</c:v>
                </c:pt>
                <c:pt idx="3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1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Artificial Intelligence Strategy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19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Generated from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19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084FC"/>
                </a:solidFill>
              </a:defRPr>
            </a:pPr>
            <a:r>
              <a:t>Generated from prompt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2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Key Points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FFFFF"/>
                </a:solidFill>
              </a:rPr>
              <a:t>Key Points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3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Introduction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0352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57607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FFFFF"/>
                </a:solidFill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4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Why It Matters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FFFFF"/>
                </a:solidFill>
              </a:rPr>
              <a:t>Why It Matters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5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Key Features &amp; Specifications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39"/>
          <a:ext cx="1109441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Metric / Phase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Standard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Initial Setup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Optimization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Scaling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Planned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6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Growth &amp; Impact Metrics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234439"/>
          <a:ext cx="77724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