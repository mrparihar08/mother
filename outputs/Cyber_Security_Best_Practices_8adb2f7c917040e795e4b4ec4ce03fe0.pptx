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Cyber Security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Cyber Security Best Practices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Problem Statement &amp; Technical Challenges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Cyber Security Best Practices.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Introduction to Cyber Security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Problem Statement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Key aspect of problem statement &amp; technical challenges in relation to Cyber Security Best Practices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Problem Statement &amp; Technical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Cyber Security Best Practices.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