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Relational vs Non-Relational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Comprehensive Analysis of Relational vs Non-Relational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Relational vs Non-Relational Systems: 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presentation overview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Relational vs Non-Relational Systems: Presentation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Relational vs Non-Relational Systems: Current Status &amp;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1978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Strategic analysis and key operational highlights of current status &amp;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60904"/>
            <a:ext cx="10698480" cy="1490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Core capability and function within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Practical integration baseline and operational impact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Target metric alignment and performance benchmark</a:t>
            </a:r>
          </a:p>
        </p:txBody>
      </p:sp>
      <p:pic>
        <p:nvPicPr>
          <p:cNvPr id="6" name="Picture 5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39" y="4114800"/>
            <a:ext cx="2682240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9639" y="566928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Relational vs Non-Relational Systems: Current Status &amp;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Relational vs Non-Relational Systems: Strategic Advantages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strategic advantages &amp; benefits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Relational vs Non-Relational Systems: Strategic Advantages &amp; 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Relational vs Non-Relational Systems: References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references &amp; sources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Relational vs Non-Relational Systems: References &amp; 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&amp; Q&amp;A</a:t>
            </a:r>
          </a:p>
        </p:txBody>
      </p:sp>
      <p:pic>
        <p:nvPicPr>
          <p:cNvPr id="3" name="Picture 2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887" y="2697479"/>
            <a:ext cx="520192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94887" y="5669280"/>
            <a:ext cx="520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