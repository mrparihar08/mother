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Test Prompt without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Practical use cases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