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</a:rPr>
              <a:t>Artificial Intelligence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19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Generated from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19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084FC"/>
                </a:solidFill>
              </a:defRPr>
            </a:pPr>
            <a:r>
              <a:t>Generated from prompt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Key Points</a:t>
            </a:r>
          </a:p>
        </p:txBody>
      </p:sp>
      <p:pic>
        <p:nvPicPr>
          <p:cNvPr id="4" name="Picture 3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7607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>
                <a:solidFill>
                  <a:srgbClr val="F8FAFC"/>
                </a:solidFill>
              </a:rPr>
              <a:t>Key Points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Introduction</a:t>
            </a:r>
          </a:p>
        </p:txBody>
      </p:sp>
      <p:pic>
        <p:nvPicPr>
          <p:cNvPr id="4" name="Picture 3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30352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6480" y="576072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>
                <a:solidFill>
                  <a:srgbClr val="F8FAFC"/>
                </a:solidFill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Why It Matters</a:t>
            </a:r>
          </a:p>
        </p:txBody>
      </p:sp>
      <p:pic>
        <p:nvPicPr>
          <p:cNvPr id="4" name="Picture 3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7607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>
                <a:solidFill>
                  <a:srgbClr val="F8FAFC"/>
                </a:solidFill>
              </a:rPr>
              <a:t>Why It Matters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