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multi-layered nature of human existence.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gradFill rotWithShape="1">
          <a:gsLst>
            <a:gs pos="0">
              <a:srgbClr val="0F172A"/>
            </a:gs>
            <a:gs pos="100000">
              <a:srgbClr val="115E59"/>
            </a:gs>
          </a:gsLst>
          <a:lin scaled="0" ang="13500000"/>
        </a:gradFill>
        <a:effectLst/>
      </p:bgPr>
    </p:bg>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905695" y="6400800"/>
            <a:ext cx="1828800" cy="274320"/>
          </a:xfrm>
          <a:prstGeom prst="rect">
            <a:avLst/>
          </a:prstGeom>
          <a:noFill/>
        </p:spPr>
        <p:txBody>
          <a:bodyPr wrap="none">
            <a:spAutoFit/>
          </a:bodyPr>
          <a:lstStyle/>
          <a:p>
            <a:pPr algn="r">
              <a:defRPr sz="800" b="1">
                <a:solidFill>
                  <a:srgbClr val="2DD4BF"/>
                </a:solidFill>
              </a:defRPr>
            </a:pPr>
            <a:r>
              <a:t>SLIDE 1 OF 1</a:t>
            </a:r>
          </a:p>
        </p:txBody>
      </p:sp>
      <p:sp>
        <p:nvSpPr>
          <p:cNvPr id="5" name="TextBox 4"/>
          <p:cNvSpPr txBox="1"/>
          <p:nvPr/>
        </p:nvSpPr>
        <p:spPr>
          <a:xfrm>
            <a:off x="548640" y="320040"/>
            <a:ext cx="11094415" cy="795528"/>
          </a:xfrm>
          <a:prstGeom prst="rect">
            <a:avLst/>
          </a:prstGeom>
          <a:noFill/>
        </p:spPr>
        <p:txBody>
          <a:bodyPr wrap="square">
            <a:spAutoFit/>
          </a:bodyPr>
          <a:lstStyle/>
          <a:p>
            <a:pPr algn="l"/>
            <a:r>
              <a:rPr sz="2500" b="1">
                <a:solidFill>
                  <a:srgbClr val="FFFFFF"/>
                </a:solidFill>
              </a:rPr>
              <a:t>Introduction to Human Life: Multidisciplinary Foundation</a:t>
            </a:r>
          </a:p>
        </p:txBody>
      </p:sp>
      <p:sp>
        <p:nvSpPr>
          <p:cNvPr id="6" name="TextBox 5"/>
          <p:cNvSpPr txBox="1"/>
          <p:nvPr/>
        </p:nvSpPr>
        <p:spPr>
          <a:xfrm>
            <a:off x="731520" y="1371600"/>
            <a:ext cx="5120640" cy="4389120"/>
          </a:xfrm>
          <a:prstGeom prst="rect">
            <a:avLst/>
          </a:prstGeom>
          <a:noFill/>
        </p:spPr>
        <p:txBody>
          <a:bodyPr wrap="square" tIns="109728" bIns="109728" lIns="228600" rIns="228600">
            <a:noAutofit/>
          </a:bodyPr>
          <a:lstStyle/>
          <a:p>
            <a:pPr algn="l"/>
            <a:r>
              <a:rPr sz="1200" b="0">
                <a:solidFill>
                  <a:srgbClr val="FFFFFF"/>
                </a:solidFill>
              </a:rPr>
              <a:t>Human life represents a remarkably complex integration of biological orchestration, conscious awareness, and social participation. Spanning from cellular embryogenesis through cognitive maturation to geriatric wisdom, individual existence operates within intricate biochemical networks and dynamic cultural ecosystems. Understanding human life requires synthesizing knowledge from molecular biology, neuroscience, sociology, and anthropology.</a:t>
            </a:r>
          </a:p>
        </p:txBody>
      </p:sp>
      <p:pic>
        <p:nvPicPr>
          <p:cNvPr id="7" name="Picture 6" descr="download_675.jpg"/>
          <p:cNvPicPr>
            <a:picLocks noChangeAspect="1"/>
          </p:cNvPicPr>
          <p:nvPr/>
        </p:nvPicPr>
        <p:blipFill>
          <a:blip r:embed="rId2"/>
          <a:stretch>
            <a:fillRect/>
          </a:stretch>
        </p:blipFill>
        <p:spPr>
          <a:xfrm>
            <a:off x="6309360" y="1965960"/>
            <a:ext cx="5120640" cy="2880360"/>
          </a:xfrm>
          <a:prstGeom prst="rect">
            <a:avLst/>
          </a:prstGeom>
        </p:spPr>
      </p:pic>
      <p:sp>
        <p:nvSpPr>
          <p:cNvPr id="8" name="TextBox 7"/>
          <p:cNvSpPr txBox="1"/>
          <p:nvPr/>
        </p:nvSpPr>
        <p:spPr>
          <a:xfrm>
            <a:off x="6309360" y="4892040"/>
            <a:ext cx="5120640" cy="292608"/>
          </a:xfrm>
          <a:prstGeom prst="rect">
            <a:avLst/>
          </a:prstGeom>
          <a:noFill/>
        </p:spPr>
        <p:txBody>
          <a:bodyPr wrap="square">
            <a:spAutoFit/>
          </a:bodyPr>
          <a:lstStyle/>
          <a:p>
            <a:pPr algn="ctr"/>
            <a:r>
              <a:rPr sz="1000" b="1">
                <a:solidFill>
                  <a:srgbClr val="2DD4BF"/>
                </a:solidFill>
              </a:rPr>
              <a:t>fig:- Introduction to Human Life: Multidisciplinary Foundation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